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"/>
  </p:notesMasterIdLst>
  <p:sldIdLst>
    <p:sldId id="402" r:id="rId2"/>
  </p:sldIdLst>
  <p:sldSz cx="9134475" cy="12179300" type="ledger"/>
  <p:notesSz cx="7023100" cy="93091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6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061"/>
    <a:srgbClr val="008750"/>
    <a:srgbClr val="FFCC00"/>
    <a:srgbClr val="FFFFFF"/>
    <a:srgbClr val="FFFFCC"/>
    <a:srgbClr val="FFFF99"/>
    <a:srgbClr val="FFCCCC"/>
    <a:srgbClr val="FF9966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>
      <p:cViewPr varScale="1">
        <p:scale>
          <a:sx n="61" d="100"/>
          <a:sy n="61" d="100"/>
        </p:scale>
        <p:origin x="2856" y="114"/>
      </p:cViewPr>
      <p:guideLst>
        <p:guide orient="horz" pos="3836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757" y="0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03450" y="698500"/>
            <a:ext cx="2617788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414" y="4421823"/>
            <a:ext cx="5150273" cy="418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3645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757" y="8843645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129633-481F-4E49-A262-E3049DEE73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63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A192F-C627-4AF3-8F4F-0B12400FFEC7}" type="slidenum">
              <a:rPr lang="en-GB"/>
              <a:pPr/>
              <a:t>1</a:t>
            </a:fld>
            <a:endParaRPr lang="en-GB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08213" y="711200"/>
            <a:ext cx="2590800" cy="3452813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407" y="4468692"/>
            <a:ext cx="5137268" cy="4163236"/>
          </a:xfrm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86" y="3783479"/>
            <a:ext cx="7764304" cy="26106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171" y="6901603"/>
            <a:ext cx="6394133" cy="3112488"/>
          </a:xfrm>
        </p:spPr>
        <p:txBody>
          <a:bodyPr/>
          <a:lstStyle>
            <a:lvl1pPr marL="0" indent="0" algn="ctr">
              <a:buNone/>
              <a:defRPr/>
            </a:lvl1pPr>
            <a:lvl2pPr marL="342534" indent="0" algn="ctr">
              <a:buNone/>
              <a:defRPr/>
            </a:lvl2pPr>
            <a:lvl3pPr marL="685068" indent="0" algn="ctr">
              <a:buNone/>
              <a:defRPr/>
            </a:lvl3pPr>
            <a:lvl4pPr marL="1027603" indent="0" algn="ctr">
              <a:buNone/>
              <a:defRPr/>
            </a:lvl4pPr>
            <a:lvl5pPr marL="1370137" indent="0" algn="ctr">
              <a:buNone/>
              <a:defRPr/>
            </a:lvl5pPr>
            <a:lvl6pPr marL="1712671" indent="0" algn="ctr">
              <a:buNone/>
              <a:defRPr/>
            </a:lvl6pPr>
            <a:lvl7pPr marL="2055205" indent="0" algn="ctr">
              <a:buNone/>
              <a:defRPr/>
            </a:lvl7pPr>
            <a:lvl8pPr marL="2397740" indent="0" algn="ctr">
              <a:buNone/>
              <a:defRPr/>
            </a:lvl8pPr>
            <a:lvl9pPr marL="274027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6394B-AF8B-45E8-969E-BBEB284B9A3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9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B851F-6297-412A-8ABA-EE829048D9DB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50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60" y="7826331"/>
            <a:ext cx="7764304" cy="2418944"/>
          </a:xfrm>
        </p:spPr>
        <p:txBody>
          <a:bodyPr anchor="t"/>
          <a:lstStyle>
            <a:lvl1pPr algn="l">
              <a:defRPr sz="2997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560" y="5162108"/>
            <a:ext cx="7764304" cy="2664221"/>
          </a:xfrm>
        </p:spPr>
        <p:txBody>
          <a:bodyPr anchor="b"/>
          <a:lstStyle>
            <a:lvl1pPr marL="0" indent="0">
              <a:buNone/>
              <a:defRPr sz="1498"/>
            </a:lvl1pPr>
            <a:lvl2pPr marL="342534" indent="0">
              <a:buNone/>
              <a:defRPr sz="1349"/>
            </a:lvl2pPr>
            <a:lvl3pPr marL="685068" indent="0">
              <a:buNone/>
              <a:defRPr sz="1199"/>
            </a:lvl3pPr>
            <a:lvl4pPr marL="1027603" indent="0">
              <a:buNone/>
              <a:defRPr sz="1049"/>
            </a:lvl4pPr>
            <a:lvl5pPr marL="1370137" indent="0">
              <a:buNone/>
              <a:defRPr sz="1049"/>
            </a:lvl5pPr>
            <a:lvl6pPr marL="1712671" indent="0">
              <a:buNone/>
              <a:defRPr sz="1049"/>
            </a:lvl6pPr>
            <a:lvl7pPr marL="2055205" indent="0">
              <a:buNone/>
              <a:defRPr sz="1049"/>
            </a:lvl7pPr>
            <a:lvl8pPr marL="2397740" indent="0">
              <a:buNone/>
              <a:defRPr sz="1049"/>
            </a:lvl8pPr>
            <a:lvl9pPr marL="2740274" indent="0">
              <a:buNone/>
              <a:defRPr sz="10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18E13-CD53-483C-B719-4EB2BC49642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8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086" y="2300534"/>
            <a:ext cx="3806031" cy="8525510"/>
          </a:xfrm>
        </p:spPr>
        <p:txBody>
          <a:bodyPr/>
          <a:lstStyle>
            <a:lvl1pPr>
              <a:defRPr sz="2098"/>
            </a:lvl1pPr>
            <a:lvl2pPr>
              <a:defRPr sz="1798"/>
            </a:lvl2pPr>
            <a:lvl3pPr>
              <a:defRPr sz="1498"/>
            </a:lvl3pPr>
            <a:lvl4pPr>
              <a:defRPr sz="1349"/>
            </a:lvl4pPr>
            <a:lvl5pPr>
              <a:defRPr sz="1349"/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358" y="2300534"/>
            <a:ext cx="3806031" cy="8525510"/>
          </a:xfrm>
        </p:spPr>
        <p:txBody>
          <a:bodyPr/>
          <a:lstStyle>
            <a:lvl1pPr>
              <a:defRPr sz="2098"/>
            </a:lvl1pPr>
            <a:lvl2pPr>
              <a:defRPr sz="1798"/>
            </a:lvl2pPr>
            <a:lvl3pPr>
              <a:defRPr sz="1498"/>
            </a:lvl3pPr>
            <a:lvl4pPr>
              <a:defRPr sz="1349"/>
            </a:lvl4pPr>
            <a:lvl5pPr>
              <a:defRPr sz="1349"/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BF64A-5621-49F6-B274-1F99A5660AC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9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24" y="487737"/>
            <a:ext cx="8221028" cy="20298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724" y="2726247"/>
            <a:ext cx="4035979" cy="1136170"/>
          </a:xfrm>
        </p:spPr>
        <p:txBody>
          <a:bodyPr anchor="b"/>
          <a:lstStyle>
            <a:lvl1pPr marL="0" indent="0">
              <a:buNone/>
              <a:defRPr sz="1798" b="1"/>
            </a:lvl1pPr>
            <a:lvl2pPr marL="342534" indent="0">
              <a:buNone/>
              <a:defRPr sz="1498" b="1"/>
            </a:lvl2pPr>
            <a:lvl3pPr marL="685068" indent="0">
              <a:buNone/>
              <a:defRPr sz="1349" b="1"/>
            </a:lvl3pPr>
            <a:lvl4pPr marL="1027603" indent="0">
              <a:buNone/>
              <a:defRPr sz="1199" b="1"/>
            </a:lvl4pPr>
            <a:lvl5pPr marL="1370137" indent="0">
              <a:buNone/>
              <a:defRPr sz="1199" b="1"/>
            </a:lvl5pPr>
            <a:lvl6pPr marL="1712671" indent="0">
              <a:buNone/>
              <a:defRPr sz="1199" b="1"/>
            </a:lvl6pPr>
            <a:lvl7pPr marL="2055205" indent="0">
              <a:buNone/>
              <a:defRPr sz="1199" b="1"/>
            </a:lvl7pPr>
            <a:lvl8pPr marL="2397740" indent="0">
              <a:buNone/>
              <a:defRPr sz="1199" b="1"/>
            </a:lvl8pPr>
            <a:lvl9pPr marL="2740274" indent="0">
              <a:buNone/>
              <a:defRPr sz="1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724" y="3862417"/>
            <a:ext cx="4035979" cy="7017195"/>
          </a:xfrm>
        </p:spPr>
        <p:txBody>
          <a:bodyPr/>
          <a:lstStyle>
            <a:lvl1pPr>
              <a:defRPr sz="1798"/>
            </a:lvl1pPr>
            <a:lvl2pPr>
              <a:defRPr sz="1498"/>
            </a:lvl2pPr>
            <a:lvl3pPr>
              <a:defRPr sz="1349"/>
            </a:lvl3pPr>
            <a:lvl4pPr>
              <a:defRPr sz="1199"/>
            </a:lvl4pPr>
            <a:lvl5pPr>
              <a:defRPr sz="1199"/>
            </a:lvl5pPr>
            <a:lvl6pPr>
              <a:defRPr sz="1199"/>
            </a:lvl6pPr>
            <a:lvl7pPr>
              <a:defRPr sz="1199"/>
            </a:lvl7pPr>
            <a:lvl8pPr>
              <a:defRPr sz="1199"/>
            </a:lvl8pPr>
            <a:lvl9pPr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188" y="2726247"/>
            <a:ext cx="4037565" cy="1136170"/>
          </a:xfrm>
        </p:spPr>
        <p:txBody>
          <a:bodyPr anchor="b"/>
          <a:lstStyle>
            <a:lvl1pPr marL="0" indent="0">
              <a:buNone/>
              <a:defRPr sz="1798" b="1"/>
            </a:lvl1pPr>
            <a:lvl2pPr marL="342534" indent="0">
              <a:buNone/>
              <a:defRPr sz="1498" b="1"/>
            </a:lvl2pPr>
            <a:lvl3pPr marL="685068" indent="0">
              <a:buNone/>
              <a:defRPr sz="1349" b="1"/>
            </a:lvl3pPr>
            <a:lvl4pPr marL="1027603" indent="0">
              <a:buNone/>
              <a:defRPr sz="1199" b="1"/>
            </a:lvl4pPr>
            <a:lvl5pPr marL="1370137" indent="0">
              <a:buNone/>
              <a:defRPr sz="1199" b="1"/>
            </a:lvl5pPr>
            <a:lvl6pPr marL="1712671" indent="0">
              <a:buNone/>
              <a:defRPr sz="1199" b="1"/>
            </a:lvl6pPr>
            <a:lvl7pPr marL="2055205" indent="0">
              <a:buNone/>
              <a:defRPr sz="1199" b="1"/>
            </a:lvl7pPr>
            <a:lvl8pPr marL="2397740" indent="0">
              <a:buNone/>
              <a:defRPr sz="1199" b="1"/>
            </a:lvl8pPr>
            <a:lvl9pPr marL="2740274" indent="0">
              <a:buNone/>
              <a:defRPr sz="1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188" y="3862417"/>
            <a:ext cx="4037565" cy="7017195"/>
          </a:xfrm>
        </p:spPr>
        <p:txBody>
          <a:bodyPr/>
          <a:lstStyle>
            <a:lvl1pPr>
              <a:defRPr sz="1798"/>
            </a:lvl1pPr>
            <a:lvl2pPr>
              <a:defRPr sz="1498"/>
            </a:lvl2pPr>
            <a:lvl3pPr>
              <a:defRPr sz="1349"/>
            </a:lvl3pPr>
            <a:lvl4pPr>
              <a:defRPr sz="1199"/>
            </a:lvl4pPr>
            <a:lvl5pPr>
              <a:defRPr sz="1199"/>
            </a:lvl5pPr>
            <a:lvl6pPr>
              <a:defRPr sz="1199"/>
            </a:lvl6pPr>
            <a:lvl7pPr>
              <a:defRPr sz="1199"/>
            </a:lvl7pPr>
            <a:lvl8pPr>
              <a:defRPr sz="1199"/>
            </a:lvl8pPr>
            <a:lvl9pPr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BD4E7F-5BC7-4043-95BA-F23A01A193A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48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A9A58-E9C0-4868-8DBC-D20B8399DB8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0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244DB-C075-4AF2-860E-6ACBF93B305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1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25" y="484916"/>
            <a:ext cx="3005179" cy="2063715"/>
          </a:xfrm>
        </p:spPr>
        <p:txBody>
          <a:bodyPr anchor="b"/>
          <a:lstStyle>
            <a:lvl1pPr algn="l">
              <a:defRPr sz="1498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326" y="484919"/>
            <a:ext cx="5106426" cy="10394695"/>
          </a:xfrm>
        </p:spPr>
        <p:txBody>
          <a:bodyPr/>
          <a:lstStyle>
            <a:lvl1pPr>
              <a:defRPr sz="2397"/>
            </a:lvl1pPr>
            <a:lvl2pPr>
              <a:defRPr sz="2098"/>
            </a:lvl2pPr>
            <a:lvl3pPr>
              <a:defRPr sz="1798"/>
            </a:lvl3pPr>
            <a:lvl4pPr>
              <a:defRPr sz="1498"/>
            </a:lvl4pPr>
            <a:lvl5pPr>
              <a:defRPr sz="1498"/>
            </a:lvl5pPr>
            <a:lvl6pPr>
              <a:defRPr sz="1498"/>
            </a:lvl6pPr>
            <a:lvl7pPr>
              <a:defRPr sz="1498"/>
            </a:lvl7pPr>
            <a:lvl8pPr>
              <a:defRPr sz="1498"/>
            </a:lvl8pPr>
            <a:lvl9pPr>
              <a:defRPr sz="14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725" y="2548634"/>
            <a:ext cx="3005179" cy="8330980"/>
          </a:xfrm>
        </p:spPr>
        <p:txBody>
          <a:bodyPr/>
          <a:lstStyle>
            <a:lvl1pPr marL="0" indent="0">
              <a:buNone/>
              <a:defRPr sz="1049"/>
            </a:lvl1pPr>
            <a:lvl2pPr marL="342534" indent="0">
              <a:buNone/>
              <a:defRPr sz="899"/>
            </a:lvl2pPr>
            <a:lvl3pPr marL="685068" indent="0">
              <a:buNone/>
              <a:defRPr sz="749"/>
            </a:lvl3pPr>
            <a:lvl4pPr marL="1027603" indent="0">
              <a:buNone/>
              <a:defRPr sz="674"/>
            </a:lvl4pPr>
            <a:lvl5pPr marL="1370137" indent="0">
              <a:buNone/>
              <a:defRPr sz="674"/>
            </a:lvl5pPr>
            <a:lvl6pPr marL="1712671" indent="0">
              <a:buNone/>
              <a:defRPr sz="674"/>
            </a:lvl6pPr>
            <a:lvl7pPr marL="2055205" indent="0">
              <a:buNone/>
              <a:defRPr sz="674"/>
            </a:lvl7pPr>
            <a:lvl8pPr marL="2397740" indent="0">
              <a:buNone/>
              <a:defRPr sz="674"/>
            </a:lvl8pPr>
            <a:lvl9pPr marL="2740274" indent="0">
              <a:buNone/>
              <a:defRPr sz="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C2C99-D610-4DE9-8D8F-CEBA61D0EC2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58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421" y="8525510"/>
            <a:ext cx="5480685" cy="1006485"/>
          </a:xfrm>
        </p:spPr>
        <p:txBody>
          <a:bodyPr anchor="b"/>
          <a:lstStyle>
            <a:lvl1pPr algn="l">
              <a:defRPr sz="1498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0421" y="1088243"/>
            <a:ext cx="5480685" cy="7307580"/>
          </a:xfrm>
        </p:spPr>
        <p:txBody>
          <a:bodyPr/>
          <a:lstStyle>
            <a:lvl1pPr marL="0" indent="0">
              <a:buNone/>
              <a:defRPr sz="2397"/>
            </a:lvl1pPr>
            <a:lvl2pPr marL="342534" indent="0">
              <a:buNone/>
              <a:defRPr sz="2098"/>
            </a:lvl2pPr>
            <a:lvl3pPr marL="685068" indent="0">
              <a:buNone/>
              <a:defRPr sz="1798"/>
            </a:lvl3pPr>
            <a:lvl4pPr marL="1027603" indent="0">
              <a:buNone/>
              <a:defRPr sz="1498"/>
            </a:lvl4pPr>
            <a:lvl5pPr marL="1370137" indent="0">
              <a:buNone/>
              <a:defRPr sz="1498"/>
            </a:lvl5pPr>
            <a:lvl6pPr marL="1712671" indent="0">
              <a:buNone/>
              <a:defRPr sz="1498"/>
            </a:lvl6pPr>
            <a:lvl7pPr marL="2055205" indent="0">
              <a:buNone/>
              <a:defRPr sz="1498"/>
            </a:lvl7pPr>
            <a:lvl8pPr marL="2397740" indent="0">
              <a:buNone/>
              <a:defRPr sz="1498"/>
            </a:lvl8pPr>
            <a:lvl9pPr marL="2740274" indent="0">
              <a:buNone/>
              <a:defRPr sz="1498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0421" y="9531995"/>
            <a:ext cx="5480685" cy="1429375"/>
          </a:xfrm>
        </p:spPr>
        <p:txBody>
          <a:bodyPr/>
          <a:lstStyle>
            <a:lvl1pPr marL="0" indent="0">
              <a:buNone/>
              <a:defRPr sz="1049"/>
            </a:lvl1pPr>
            <a:lvl2pPr marL="342534" indent="0">
              <a:buNone/>
              <a:defRPr sz="899"/>
            </a:lvl2pPr>
            <a:lvl3pPr marL="685068" indent="0">
              <a:buNone/>
              <a:defRPr sz="749"/>
            </a:lvl3pPr>
            <a:lvl4pPr marL="1027603" indent="0">
              <a:buNone/>
              <a:defRPr sz="674"/>
            </a:lvl4pPr>
            <a:lvl5pPr marL="1370137" indent="0">
              <a:buNone/>
              <a:defRPr sz="674"/>
            </a:lvl5pPr>
            <a:lvl6pPr marL="1712671" indent="0">
              <a:buNone/>
              <a:defRPr sz="674"/>
            </a:lvl6pPr>
            <a:lvl7pPr marL="2055205" indent="0">
              <a:buNone/>
              <a:defRPr sz="674"/>
            </a:lvl7pPr>
            <a:lvl8pPr marL="2397740" indent="0">
              <a:buNone/>
              <a:defRPr sz="674"/>
            </a:lvl8pPr>
            <a:lvl9pPr marL="2740274" indent="0">
              <a:buNone/>
              <a:defRPr sz="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EC587-D7B3-4D30-A441-F79F4432E14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1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B76E7-221F-4C6D-9FE0-691F58246ED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1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08313" y="270651"/>
            <a:ext cx="1941076" cy="105553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085" y="270651"/>
            <a:ext cx="5670987" cy="105553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8500A-FFFF-455B-BD66-D70CA2281AB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73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086" y="270651"/>
            <a:ext cx="7764304" cy="202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086" y="2300534"/>
            <a:ext cx="7764304" cy="852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085" y="11096696"/>
            <a:ext cx="1903016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49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946" y="11096696"/>
            <a:ext cx="2892584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49">
                <a:solidFill>
                  <a:schemeClr val="tx1"/>
                </a:solidFill>
              </a:defRPr>
            </a:lvl1pPr>
          </a:lstStyle>
          <a:p>
            <a:pPr algn="ctr"/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46374" y="11096696"/>
            <a:ext cx="1903016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49">
                <a:solidFill>
                  <a:schemeClr val="tx1"/>
                </a:solidFill>
              </a:defRPr>
            </a:lvl1pPr>
          </a:lstStyle>
          <a:p>
            <a:fld id="{ED2949C6-096E-44B8-B6B8-70AB74AE1894}" type="slidenum">
              <a:rPr lang="en-GB">
                <a:solidFill>
                  <a:srgbClr val="000000"/>
                </a:solidFill>
                <a:latin typeface="Arial" charset="0"/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03767-67FF-5372-BC1D-314E8B6DE2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7405688" y="63500"/>
            <a:ext cx="1700212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- Non-Classifié</a:t>
            </a:r>
          </a:p>
        </p:txBody>
      </p:sp>
    </p:spTree>
    <p:extLst>
      <p:ext uri="{BB962C8B-B14F-4D97-AF65-F5344CB8AC3E}">
        <p14:creationId xmlns:p14="http://schemas.microsoft.com/office/powerpoint/2010/main" val="28266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5pPr>
      <a:lvl6pPr marL="342534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6pPr>
      <a:lvl7pPr marL="685068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7pPr>
      <a:lvl8pPr marL="1027603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8pPr>
      <a:lvl9pPr marL="1370137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9pPr>
    </p:titleStyle>
    <p:bodyStyle>
      <a:lvl1pPr marL="256901" indent="-256901" algn="l" rtl="0" eaLnBrk="0" fontAlgn="base" hangingPunct="0">
        <a:spcBef>
          <a:spcPct val="20000"/>
        </a:spcBef>
        <a:spcAft>
          <a:spcPct val="0"/>
        </a:spcAft>
        <a:buChar char="•"/>
        <a:defRPr sz="2397">
          <a:solidFill>
            <a:schemeClr val="tx1"/>
          </a:solidFill>
          <a:latin typeface="+mn-lt"/>
          <a:ea typeface="+mn-ea"/>
          <a:cs typeface="+mn-cs"/>
        </a:defRPr>
      </a:lvl1pPr>
      <a:lvl2pPr marL="556618" indent="-214084" algn="l" rtl="0" eaLnBrk="0" fontAlgn="base" hangingPunct="0">
        <a:spcBef>
          <a:spcPct val="20000"/>
        </a:spcBef>
        <a:spcAft>
          <a:spcPct val="0"/>
        </a:spcAft>
        <a:buChar char="–"/>
        <a:defRPr sz="2098">
          <a:solidFill>
            <a:schemeClr val="tx1"/>
          </a:solidFill>
          <a:latin typeface="+mn-lt"/>
        </a:defRPr>
      </a:lvl2pPr>
      <a:lvl3pPr marL="856336" indent="-171267" algn="l" rtl="0" eaLnBrk="0" fontAlgn="base" hangingPunct="0">
        <a:spcBef>
          <a:spcPct val="20000"/>
        </a:spcBef>
        <a:spcAft>
          <a:spcPct val="0"/>
        </a:spcAft>
        <a:buChar char="•"/>
        <a:defRPr sz="1798">
          <a:solidFill>
            <a:schemeClr val="tx1"/>
          </a:solidFill>
          <a:latin typeface="+mn-lt"/>
        </a:defRPr>
      </a:lvl3pPr>
      <a:lvl4pPr marL="1198870" indent="-171267" algn="l" rtl="0" eaLnBrk="0" fontAlgn="base" hangingPunct="0">
        <a:spcBef>
          <a:spcPct val="20000"/>
        </a:spcBef>
        <a:spcAft>
          <a:spcPct val="0"/>
        </a:spcAft>
        <a:buChar char="–"/>
        <a:defRPr sz="1498">
          <a:solidFill>
            <a:schemeClr val="tx1"/>
          </a:solidFill>
          <a:latin typeface="+mn-lt"/>
        </a:defRPr>
      </a:lvl4pPr>
      <a:lvl5pPr marL="1541404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5pPr>
      <a:lvl6pPr marL="1883938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6pPr>
      <a:lvl7pPr marL="2226473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7pPr>
      <a:lvl8pPr marL="2569007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8pPr>
      <a:lvl9pPr marL="2911541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534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068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7603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137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2671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5205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7740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0274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bs-assess/pacea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141809" y="2051050"/>
            <a:ext cx="6850856" cy="3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sz="1798" b="1" dirty="0">
                <a:solidFill>
                  <a:srgbClr val="FF0000"/>
                </a:solidFill>
                <a:latin typeface="Arial" charset="0"/>
                <a:cs typeface="Arial" charset="0"/>
              </a:rPr>
              <a:t>Andrew Edwards</a:t>
            </a:r>
            <a:endParaRPr lang="en-GB" sz="1798" b="1" baseline="30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0" y="1060450"/>
            <a:ext cx="9123674" cy="83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397" dirty="0" err="1">
                <a:solidFill>
                  <a:srgbClr val="0000CC"/>
                </a:solidFill>
                <a:latin typeface="Arial" charset="0"/>
              </a:rPr>
              <a:t>pacea</a:t>
            </a:r>
            <a:r>
              <a:rPr lang="en-US" sz="2397" dirty="0">
                <a:solidFill>
                  <a:srgbClr val="0000CC"/>
                </a:solidFill>
                <a:latin typeface="Arial" charset="0"/>
              </a:rPr>
              <a:t>: an R package of Pacific ecosystem information to help facilitate an ecosystem approach to fisheries management</a:t>
            </a:r>
            <a:endParaRPr lang="en-CA" sz="2397" dirty="0">
              <a:solidFill>
                <a:srgbClr val="0000CC"/>
              </a:solidFill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71437" y="5614405"/>
            <a:ext cx="6001844" cy="322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sz="1498" b="1" dirty="0">
              <a:solidFill>
                <a:srgbClr val="3333CC"/>
              </a:solidFill>
              <a:latin typeface="Arial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073282" y="3734948"/>
            <a:ext cx="291357" cy="369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798" b="1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2355057" y="3955423"/>
            <a:ext cx="987790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flipV="1">
            <a:off x="4177954" y="4888776"/>
            <a:ext cx="0" cy="3797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779" y="3118435"/>
            <a:ext cx="1484349" cy="1713251"/>
          </a:xfrm>
          <a:prstGeom prst="rect">
            <a:avLst/>
          </a:prstGeom>
        </p:spPr>
      </p:pic>
      <p:pic>
        <p:nvPicPr>
          <p:cNvPr id="1026" name="Picture 2" descr="Phoca largh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911" y="5131897"/>
            <a:ext cx="1892086" cy="71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61" y="2932700"/>
            <a:ext cx="2016596" cy="201659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242709" y="4546233"/>
            <a:ext cx="2112348" cy="4182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09" tIns="34254" rIns="68509" bIns="34254" numCol="1" rtlCol="0" anchor="t" anchorCtr="0" compatLnSpc="1">
            <a:prstTxWarp prst="textNoShape">
              <a:avLst/>
            </a:prstTxWarp>
          </a:bodyPr>
          <a:lstStyle/>
          <a:p>
            <a:pPr algn="ctr" defTabSz="685068"/>
            <a:endParaRPr lang="en-US" sz="1798">
              <a:solidFill>
                <a:srgbClr val="0000FF"/>
              </a:solidFill>
              <a:latin typeface="Arial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rot="10800000">
            <a:off x="5021057" y="3975328"/>
            <a:ext cx="987790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10800" y="374650"/>
            <a:ext cx="9112874" cy="46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397" b="1" dirty="0">
                <a:solidFill>
                  <a:srgbClr val="000000"/>
                </a:solidFill>
                <a:latin typeface="Arial" charset="0"/>
              </a:rPr>
              <a:t>Live demo here during the </a:t>
            </a:r>
            <a:r>
              <a:rPr lang="en-GB" sz="2397" b="1">
                <a:solidFill>
                  <a:srgbClr val="000000"/>
                </a:solidFill>
                <a:latin typeface="Arial" charset="0"/>
              </a:rPr>
              <a:t>poster session</a:t>
            </a:r>
            <a:endParaRPr lang="en-GB" sz="2397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20479446">
            <a:off x="226690" y="3112861"/>
            <a:ext cx="1168485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dirty="0">
                <a:latin typeface="Segoe Print" panose="02000600000000000000" pitchFamily="2" charset="0"/>
              </a:rPr>
              <a:t>el Niño?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AF873-04E0-570E-D42C-CAA4F7BB736D}"/>
              </a:ext>
            </a:extLst>
          </p:cNvPr>
          <p:cNvSpPr txBox="1"/>
          <p:nvPr/>
        </p:nvSpPr>
        <p:spPr>
          <a:xfrm>
            <a:off x="528637" y="6394450"/>
            <a:ext cx="8001000" cy="551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The R package pacea is available at </a:t>
            </a:r>
            <a:r>
              <a:rPr lang="en-CA" sz="1800" u="sng" dirty="0">
                <a:solidFill>
                  <a:schemeClr val="accent2"/>
                </a:solidFill>
                <a:effectLst/>
                <a:latin typeface="+mn-lt"/>
                <a:ea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https://github.com/pbs-assess/pacea</a:t>
            </a:r>
            <a:endParaRPr lang="en-CA" sz="1800" u="sng" dirty="0">
              <a:solidFill>
                <a:schemeClr val="accent2"/>
              </a:solidFill>
              <a:latin typeface="+mn-lt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CA" sz="1800" dirty="0">
                <a:effectLst/>
                <a:latin typeface="+mn-lt"/>
                <a:ea typeface="Calibri" panose="020F0502020204030204" pitchFamily="34" charset="0"/>
              </a:rPr>
              <a:t>New this year: Fraser River </a:t>
            </a:r>
            <a:r>
              <a:rPr lang="en-CA" sz="1800" dirty="0">
                <a:latin typeface="+mn-lt"/>
                <a:ea typeface="Calibri" panose="020F0502020204030204" pitchFamily="34" charset="0"/>
              </a:rPr>
              <a:t>discharge (for the salmon folks)</a:t>
            </a: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1800" dirty="0">
                <a:effectLst/>
                <a:latin typeface="+mn-lt"/>
                <a:ea typeface="Calibri" panose="020F0502020204030204" pitchFamily="34" charset="0"/>
              </a:rPr>
              <a:t>Much information updated monthly or annually.</a:t>
            </a: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</a:pPr>
            <a:r>
              <a:rPr lang="en-CA" sz="1800" dirty="0">
                <a:latin typeface="+mn-lt"/>
                <a:ea typeface="Calibri" panose="020F0502020204030204" pitchFamily="34" charset="0"/>
              </a:rPr>
              <a:t>Uses of </a:t>
            </a:r>
            <a:r>
              <a:rPr lang="en-CA" sz="1800" dirty="0" err="1">
                <a:latin typeface="+mn-lt"/>
                <a:ea typeface="Calibri" panose="020F0502020204030204" pitchFamily="34" charset="0"/>
              </a:rPr>
              <a:t>pacea</a:t>
            </a:r>
            <a:r>
              <a:rPr lang="en-CA" sz="1800" dirty="0">
                <a:latin typeface="+mn-lt"/>
                <a:ea typeface="Calibri" panose="020F0502020204030204" pitchFamily="34" charset="0"/>
              </a:rPr>
              <a:t> (that we know of):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Stock assessments for: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 err="1">
                <a:solidFill>
                  <a:srgbClr val="000000"/>
                </a:solidFill>
                <a:latin typeface="Arial"/>
                <a:ea typeface="Calibri" panose="020F0502020204030204" pitchFamily="34" charset="0"/>
              </a:rPr>
              <a:t>Petrale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Calibri" panose="020F0502020204030204" pitchFamily="34" charset="0"/>
              </a:rPr>
              <a:t> Sole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Dover Sole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>
                <a:solidFill>
                  <a:srgbClr val="000000"/>
                </a:solidFill>
                <a:latin typeface="Arial"/>
                <a:ea typeface="Calibri" panose="020F0502020204030204" pitchFamily="34" charset="0"/>
              </a:rPr>
              <a:t>Yelloweye Rockfish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Pacific Hake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Other:</a:t>
            </a:r>
            <a:endParaRPr lang="en-US" sz="1800" dirty="0">
              <a:solidFill>
                <a:srgbClr val="000000"/>
              </a:solidFill>
              <a:latin typeface="Arial"/>
              <a:ea typeface="Calibri" panose="020F0502020204030204" pitchFamily="34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>
                <a:solidFill>
                  <a:srgbClr val="000000"/>
                </a:solidFill>
                <a:latin typeface="Arial"/>
                <a:ea typeface="Calibri" panose="020F0502020204030204" pitchFamily="34" charset="0"/>
              </a:rPr>
              <a:t>body condition of 35 demersal fish species (English et al., 2026)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>
                <a:solidFill>
                  <a:srgbClr val="000000"/>
                </a:solidFill>
                <a:latin typeface="Arial"/>
                <a:ea typeface="Calibri" panose="020F0502020204030204" pitchFamily="34" charset="0"/>
              </a:rPr>
              <a:t>Salmon Prize prediction project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/>
                <a:ea typeface="Calibri" panose="020F0502020204030204" pitchFamily="34" charset="0"/>
              </a:rPr>
              <a:t>spatial densities of humpback whales</a:t>
            </a:r>
          </a:p>
          <a:p>
            <a:pPr marL="800100" lvl="1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defRPr/>
            </a:pPr>
            <a:r>
              <a:rPr lang="en-US" sz="1800" dirty="0">
                <a:latin typeface="+mn-lt"/>
                <a:ea typeface="Calibri" panose="020F0502020204030204" pitchFamily="34" charset="0"/>
              </a:rPr>
              <a:t>fluctuations of infectious hematopoietic necrosis virus (IHPV) in Sockeye Salmon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8ACD092-6591-E1E2-8F10-34B0A810D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7" y="10890250"/>
            <a:ext cx="1066800" cy="105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48EA50-627F-FDCD-BD26-035D88749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0237" y="2321361"/>
            <a:ext cx="3311089" cy="33110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7299EF-0880-B9F1-2DF2-0EE844A22F73}"/>
              </a:ext>
            </a:extLst>
          </p:cNvPr>
          <p:cNvSpPr/>
          <p:nvPr/>
        </p:nvSpPr>
        <p:spPr bwMode="auto">
          <a:xfrm>
            <a:off x="7386637" y="15506"/>
            <a:ext cx="1676400" cy="3591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909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Files\Office97\Templates\Blank Presentation.pot</Template>
  <TotalTime>56160</TotalTime>
  <Words>125</Words>
  <Application>Microsoft Office PowerPoint</Application>
  <PresentationFormat>Ledger Paper (11x17 in)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Print</vt:lpstr>
      <vt:lpstr>Symbol</vt:lpstr>
      <vt:lpstr>Times New Roman</vt:lpstr>
      <vt:lpstr>Blank Presentation</vt:lpstr>
      <vt:lpstr>PowerPoint Presentation</vt:lpstr>
    </vt:vector>
  </TitlesOfParts>
  <Manager>Cosma Shiva</Manager>
  <Company>starrfish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Yellowmouth Rockfish RAP Talk</dc:title>
  <dc:creator>Edwards, Haigh, Starr</dc:creator>
  <cp:lastModifiedBy>Edwards, Andrew (DFO/MPO)</cp:lastModifiedBy>
  <cp:revision>1087</cp:revision>
  <cp:lastPrinted>2025-03-05T00:25:48Z</cp:lastPrinted>
  <dcterms:created xsi:type="dcterms:W3CDTF">2010-08-08T23:12:55Z</dcterms:created>
  <dcterms:modified xsi:type="dcterms:W3CDTF">2026-03-03T21:59:49Z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6cdb53-fd15-486d-84de-c510e3a62203_Enabled">
    <vt:lpwstr>true</vt:lpwstr>
  </property>
  <property fmtid="{D5CDD505-2E9C-101B-9397-08002B2CF9AE}" pid="3" name="MSIP_Label_4e6cdb53-fd15-486d-84de-c510e3a62203_SetDate">
    <vt:lpwstr>2026-03-03T20:24:19Z</vt:lpwstr>
  </property>
  <property fmtid="{D5CDD505-2E9C-101B-9397-08002B2CF9AE}" pid="4" name="MSIP_Label_4e6cdb53-fd15-486d-84de-c510e3a62203_Method">
    <vt:lpwstr>Standard</vt:lpwstr>
  </property>
  <property fmtid="{D5CDD505-2E9C-101B-9397-08002B2CF9AE}" pid="5" name="MSIP_Label_4e6cdb53-fd15-486d-84de-c510e3a62203_Name">
    <vt:lpwstr>UNCLASSIFIED - NON-CLASSIFIÉ</vt:lpwstr>
  </property>
  <property fmtid="{D5CDD505-2E9C-101B-9397-08002B2CF9AE}" pid="6" name="MSIP_Label_4e6cdb53-fd15-486d-84de-c510e3a62203_SiteId">
    <vt:lpwstr>1594fdae-a1d9-4405-915d-011467234338</vt:lpwstr>
  </property>
  <property fmtid="{D5CDD505-2E9C-101B-9397-08002B2CF9AE}" pid="7" name="MSIP_Label_4e6cdb53-fd15-486d-84de-c510e3a62203_ActionId">
    <vt:lpwstr>1f2acc36-80dc-49f2-a066-164db40a1072</vt:lpwstr>
  </property>
  <property fmtid="{D5CDD505-2E9C-101B-9397-08002B2CF9AE}" pid="8" name="MSIP_Label_4e6cdb53-fd15-486d-84de-c510e3a62203_ContentBits">
    <vt:lpwstr>1</vt:lpwstr>
  </property>
  <property fmtid="{D5CDD505-2E9C-101B-9397-08002B2CF9AE}" pid="9" name="MSIP_Label_4e6cdb53-fd15-486d-84de-c510e3a62203_Tag">
    <vt:lpwstr>10, 3, 0, 1</vt:lpwstr>
  </property>
  <property fmtid="{D5CDD505-2E9C-101B-9397-08002B2CF9AE}" pid="10" name="ClassificationContentMarkingHeaderLocations">
    <vt:lpwstr>Blank Presentation:3</vt:lpwstr>
  </property>
  <property fmtid="{D5CDD505-2E9C-101B-9397-08002B2CF9AE}" pid="11" name="ClassificationContentMarkingHeaderText">
    <vt:lpwstr>Unclassified - Non-Classifié</vt:lpwstr>
  </property>
</Properties>
</file>