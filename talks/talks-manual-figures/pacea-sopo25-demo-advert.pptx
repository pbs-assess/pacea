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3"/>
  </p:notesMasterIdLst>
  <p:sldIdLst>
    <p:sldId id="402" r:id="rId2"/>
  </p:sldIdLst>
  <p:sldSz cx="9134475" cy="12179300" type="ledger"/>
  <p:notesSz cx="7023100" cy="93091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6" userDrawn="1">
          <p15:clr>
            <a:srgbClr val="A4A3A4"/>
          </p15:clr>
        </p15:guide>
        <p15:guide id="2" pos="2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8061"/>
    <a:srgbClr val="008750"/>
    <a:srgbClr val="FFCC00"/>
    <a:srgbClr val="FFFFFF"/>
    <a:srgbClr val="FFFFCC"/>
    <a:srgbClr val="FFFF99"/>
    <a:srgbClr val="FFCCCC"/>
    <a:srgbClr val="FF9966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2" autoAdjust="0"/>
    <p:restoredTop sz="94660"/>
  </p:normalViewPr>
  <p:slideViewPr>
    <p:cSldViewPr>
      <p:cViewPr varScale="1">
        <p:scale>
          <a:sx n="72" d="100"/>
          <a:sy n="72" d="100"/>
        </p:scale>
        <p:origin x="2861" y="62"/>
      </p:cViewPr>
      <p:guideLst>
        <p:guide orient="horz" pos="3836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343" cy="465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9757" y="0"/>
            <a:ext cx="3043343" cy="465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03450" y="698500"/>
            <a:ext cx="2617788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414" y="4421823"/>
            <a:ext cx="5150273" cy="4189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3645"/>
            <a:ext cx="3043343" cy="465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9757" y="8843645"/>
            <a:ext cx="3043343" cy="465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4129633-481F-4E49-A262-E3049DEE732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3632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0A192F-C627-4AF3-8F4F-0B12400FFEC7}" type="slidenum">
              <a:rPr lang="en-GB"/>
              <a:pPr/>
              <a:t>1</a:t>
            </a:fld>
            <a:endParaRPr lang="en-GB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08213" y="711200"/>
            <a:ext cx="2590800" cy="3452813"/>
          </a:xfrm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407" y="4468692"/>
            <a:ext cx="5137268" cy="4163236"/>
          </a:xfrm>
        </p:spPr>
        <p:txBody>
          <a:bodyPr/>
          <a:lstStyle/>
          <a:p>
            <a:endParaRPr lang="en-CA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086" y="3783479"/>
            <a:ext cx="7764304" cy="26106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171" y="6901603"/>
            <a:ext cx="6394133" cy="3112488"/>
          </a:xfrm>
        </p:spPr>
        <p:txBody>
          <a:bodyPr/>
          <a:lstStyle>
            <a:lvl1pPr marL="0" indent="0" algn="ctr">
              <a:buNone/>
              <a:defRPr/>
            </a:lvl1pPr>
            <a:lvl2pPr marL="342534" indent="0" algn="ctr">
              <a:buNone/>
              <a:defRPr/>
            </a:lvl2pPr>
            <a:lvl3pPr marL="685068" indent="0" algn="ctr">
              <a:buNone/>
              <a:defRPr/>
            </a:lvl3pPr>
            <a:lvl4pPr marL="1027603" indent="0" algn="ctr">
              <a:buNone/>
              <a:defRPr/>
            </a:lvl4pPr>
            <a:lvl5pPr marL="1370137" indent="0" algn="ctr">
              <a:buNone/>
              <a:defRPr/>
            </a:lvl5pPr>
            <a:lvl6pPr marL="1712671" indent="0" algn="ctr">
              <a:buNone/>
              <a:defRPr/>
            </a:lvl6pPr>
            <a:lvl7pPr marL="2055205" indent="0" algn="ctr">
              <a:buNone/>
              <a:defRPr/>
            </a:lvl7pPr>
            <a:lvl8pPr marL="2397740" indent="0" algn="ctr">
              <a:buNone/>
              <a:defRPr/>
            </a:lvl8pPr>
            <a:lvl9pPr marL="274027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16394B-AF8B-45E8-969E-BBEB284B9A38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092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2B851F-6297-412A-8ABA-EE829048D9DB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508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560" y="7826331"/>
            <a:ext cx="7764304" cy="2418944"/>
          </a:xfrm>
        </p:spPr>
        <p:txBody>
          <a:bodyPr anchor="t"/>
          <a:lstStyle>
            <a:lvl1pPr algn="l">
              <a:defRPr sz="2997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1560" y="5162108"/>
            <a:ext cx="7764304" cy="2664221"/>
          </a:xfrm>
        </p:spPr>
        <p:txBody>
          <a:bodyPr anchor="b"/>
          <a:lstStyle>
            <a:lvl1pPr marL="0" indent="0">
              <a:buNone/>
              <a:defRPr sz="1498"/>
            </a:lvl1pPr>
            <a:lvl2pPr marL="342534" indent="0">
              <a:buNone/>
              <a:defRPr sz="1349"/>
            </a:lvl2pPr>
            <a:lvl3pPr marL="685068" indent="0">
              <a:buNone/>
              <a:defRPr sz="1199"/>
            </a:lvl3pPr>
            <a:lvl4pPr marL="1027603" indent="0">
              <a:buNone/>
              <a:defRPr sz="1049"/>
            </a:lvl4pPr>
            <a:lvl5pPr marL="1370137" indent="0">
              <a:buNone/>
              <a:defRPr sz="1049"/>
            </a:lvl5pPr>
            <a:lvl6pPr marL="1712671" indent="0">
              <a:buNone/>
              <a:defRPr sz="1049"/>
            </a:lvl6pPr>
            <a:lvl7pPr marL="2055205" indent="0">
              <a:buNone/>
              <a:defRPr sz="1049"/>
            </a:lvl7pPr>
            <a:lvl8pPr marL="2397740" indent="0">
              <a:buNone/>
              <a:defRPr sz="1049"/>
            </a:lvl8pPr>
            <a:lvl9pPr marL="2740274" indent="0">
              <a:buNone/>
              <a:defRPr sz="10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918E13-CD53-483C-B719-4EB2BC496423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682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086" y="2300534"/>
            <a:ext cx="3806031" cy="8525510"/>
          </a:xfrm>
        </p:spPr>
        <p:txBody>
          <a:bodyPr/>
          <a:lstStyle>
            <a:lvl1pPr>
              <a:defRPr sz="2098"/>
            </a:lvl1pPr>
            <a:lvl2pPr>
              <a:defRPr sz="1798"/>
            </a:lvl2pPr>
            <a:lvl3pPr>
              <a:defRPr sz="1498"/>
            </a:lvl3pPr>
            <a:lvl4pPr>
              <a:defRPr sz="1349"/>
            </a:lvl4pPr>
            <a:lvl5pPr>
              <a:defRPr sz="1349"/>
            </a:lvl5pPr>
            <a:lvl6pPr>
              <a:defRPr sz="1349"/>
            </a:lvl6pPr>
            <a:lvl7pPr>
              <a:defRPr sz="1349"/>
            </a:lvl7pPr>
            <a:lvl8pPr>
              <a:defRPr sz="1349"/>
            </a:lvl8pPr>
            <a:lvl9pPr>
              <a:defRPr sz="13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358" y="2300534"/>
            <a:ext cx="3806031" cy="8525510"/>
          </a:xfrm>
        </p:spPr>
        <p:txBody>
          <a:bodyPr/>
          <a:lstStyle>
            <a:lvl1pPr>
              <a:defRPr sz="2098"/>
            </a:lvl1pPr>
            <a:lvl2pPr>
              <a:defRPr sz="1798"/>
            </a:lvl2pPr>
            <a:lvl3pPr>
              <a:defRPr sz="1498"/>
            </a:lvl3pPr>
            <a:lvl4pPr>
              <a:defRPr sz="1349"/>
            </a:lvl4pPr>
            <a:lvl5pPr>
              <a:defRPr sz="1349"/>
            </a:lvl5pPr>
            <a:lvl6pPr>
              <a:defRPr sz="1349"/>
            </a:lvl6pPr>
            <a:lvl7pPr>
              <a:defRPr sz="1349"/>
            </a:lvl7pPr>
            <a:lvl8pPr>
              <a:defRPr sz="1349"/>
            </a:lvl8pPr>
            <a:lvl9pPr>
              <a:defRPr sz="13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0BF64A-5621-49F6-B274-1F99A5660AC6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197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724" y="487737"/>
            <a:ext cx="8221028" cy="202988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6724" y="2726247"/>
            <a:ext cx="4035979" cy="1136170"/>
          </a:xfrm>
        </p:spPr>
        <p:txBody>
          <a:bodyPr anchor="b"/>
          <a:lstStyle>
            <a:lvl1pPr marL="0" indent="0">
              <a:buNone/>
              <a:defRPr sz="1798" b="1"/>
            </a:lvl1pPr>
            <a:lvl2pPr marL="342534" indent="0">
              <a:buNone/>
              <a:defRPr sz="1498" b="1"/>
            </a:lvl2pPr>
            <a:lvl3pPr marL="685068" indent="0">
              <a:buNone/>
              <a:defRPr sz="1349" b="1"/>
            </a:lvl3pPr>
            <a:lvl4pPr marL="1027603" indent="0">
              <a:buNone/>
              <a:defRPr sz="1199" b="1"/>
            </a:lvl4pPr>
            <a:lvl5pPr marL="1370137" indent="0">
              <a:buNone/>
              <a:defRPr sz="1199" b="1"/>
            </a:lvl5pPr>
            <a:lvl6pPr marL="1712671" indent="0">
              <a:buNone/>
              <a:defRPr sz="1199" b="1"/>
            </a:lvl6pPr>
            <a:lvl7pPr marL="2055205" indent="0">
              <a:buNone/>
              <a:defRPr sz="1199" b="1"/>
            </a:lvl7pPr>
            <a:lvl8pPr marL="2397740" indent="0">
              <a:buNone/>
              <a:defRPr sz="1199" b="1"/>
            </a:lvl8pPr>
            <a:lvl9pPr marL="2740274" indent="0">
              <a:buNone/>
              <a:defRPr sz="1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724" y="3862417"/>
            <a:ext cx="4035979" cy="7017195"/>
          </a:xfrm>
        </p:spPr>
        <p:txBody>
          <a:bodyPr/>
          <a:lstStyle>
            <a:lvl1pPr>
              <a:defRPr sz="1798"/>
            </a:lvl1pPr>
            <a:lvl2pPr>
              <a:defRPr sz="1498"/>
            </a:lvl2pPr>
            <a:lvl3pPr>
              <a:defRPr sz="1349"/>
            </a:lvl3pPr>
            <a:lvl4pPr>
              <a:defRPr sz="1199"/>
            </a:lvl4pPr>
            <a:lvl5pPr>
              <a:defRPr sz="1199"/>
            </a:lvl5pPr>
            <a:lvl6pPr>
              <a:defRPr sz="1199"/>
            </a:lvl6pPr>
            <a:lvl7pPr>
              <a:defRPr sz="1199"/>
            </a:lvl7pPr>
            <a:lvl8pPr>
              <a:defRPr sz="1199"/>
            </a:lvl8pPr>
            <a:lvl9pPr>
              <a:defRPr sz="11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188" y="2726247"/>
            <a:ext cx="4037565" cy="1136170"/>
          </a:xfrm>
        </p:spPr>
        <p:txBody>
          <a:bodyPr anchor="b"/>
          <a:lstStyle>
            <a:lvl1pPr marL="0" indent="0">
              <a:buNone/>
              <a:defRPr sz="1798" b="1"/>
            </a:lvl1pPr>
            <a:lvl2pPr marL="342534" indent="0">
              <a:buNone/>
              <a:defRPr sz="1498" b="1"/>
            </a:lvl2pPr>
            <a:lvl3pPr marL="685068" indent="0">
              <a:buNone/>
              <a:defRPr sz="1349" b="1"/>
            </a:lvl3pPr>
            <a:lvl4pPr marL="1027603" indent="0">
              <a:buNone/>
              <a:defRPr sz="1199" b="1"/>
            </a:lvl4pPr>
            <a:lvl5pPr marL="1370137" indent="0">
              <a:buNone/>
              <a:defRPr sz="1199" b="1"/>
            </a:lvl5pPr>
            <a:lvl6pPr marL="1712671" indent="0">
              <a:buNone/>
              <a:defRPr sz="1199" b="1"/>
            </a:lvl6pPr>
            <a:lvl7pPr marL="2055205" indent="0">
              <a:buNone/>
              <a:defRPr sz="1199" b="1"/>
            </a:lvl7pPr>
            <a:lvl8pPr marL="2397740" indent="0">
              <a:buNone/>
              <a:defRPr sz="1199" b="1"/>
            </a:lvl8pPr>
            <a:lvl9pPr marL="2740274" indent="0">
              <a:buNone/>
              <a:defRPr sz="1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188" y="3862417"/>
            <a:ext cx="4037565" cy="7017195"/>
          </a:xfrm>
        </p:spPr>
        <p:txBody>
          <a:bodyPr/>
          <a:lstStyle>
            <a:lvl1pPr>
              <a:defRPr sz="1798"/>
            </a:lvl1pPr>
            <a:lvl2pPr>
              <a:defRPr sz="1498"/>
            </a:lvl2pPr>
            <a:lvl3pPr>
              <a:defRPr sz="1349"/>
            </a:lvl3pPr>
            <a:lvl4pPr>
              <a:defRPr sz="1199"/>
            </a:lvl4pPr>
            <a:lvl5pPr>
              <a:defRPr sz="1199"/>
            </a:lvl5pPr>
            <a:lvl6pPr>
              <a:defRPr sz="1199"/>
            </a:lvl6pPr>
            <a:lvl7pPr>
              <a:defRPr sz="1199"/>
            </a:lvl7pPr>
            <a:lvl8pPr>
              <a:defRPr sz="1199"/>
            </a:lvl8pPr>
            <a:lvl9pPr>
              <a:defRPr sz="11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BD4E7F-5BC7-4043-95BA-F23A01A193A3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483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DA9A58-E9C0-4868-8DBC-D20B8399DB83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404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6244DB-C075-4AF2-860E-6ACBF93B3054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119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725" y="484916"/>
            <a:ext cx="3005179" cy="2063715"/>
          </a:xfrm>
        </p:spPr>
        <p:txBody>
          <a:bodyPr anchor="b"/>
          <a:lstStyle>
            <a:lvl1pPr algn="l">
              <a:defRPr sz="1498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326" y="484919"/>
            <a:ext cx="5106426" cy="10394695"/>
          </a:xfrm>
        </p:spPr>
        <p:txBody>
          <a:bodyPr/>
          <a:lstStyle>
            <a:lvl1pPr>
              <a:defRPr sz="2397"/>
            </a:lvl1pPr>
            <a:lvl2pPr>
              <a:defRPr sz="2098"/>
            </a:lvl2pPr>
            <a:lvl3pPr>
              <a:defRPr sz="1798"/>
            </a:lvl3pPr>
            <a:lvl4pPr>
              <a:defRPr sz="1498"/>
            </a:lvl4pPr>
            <a:lvl5pPr>
              <a:defRPr sz="1498"/>
            </a:lvl5pPr>
            <a:lvl6pPr>
              <a:defRPr sz="1498"/>
            </a:lvl6pPr>
            <a:lvl7pPr>
              <a:defRPr sz="1498"/>
            </a:lvl7pPr>
            <a:lvl8pPr>
              <a:defRPr sz="1498"/>
            </a:lvl8pPr>
            <a:lvl9pPr>
              <a:defRPr sz="14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6725" y="2548634"/>
            <a:ext cx="3005179" cy="8330980"/>
          </a:xfrm>
        </p:spPr>
        <p:txBody>
          <a:bodyPr/>
          <a:lstStyle>
            <a:lvl1pPr marL="0" indent="0">
              <a:buNone/>
              <a:defRPr sz="1049"/>
            </a:lvl1pPr>
            <a:lvl2pPr marL="342534" indent="0">
              <a:buNone/>
              <a:defRPr sz="899"/>
            </a:lvl2pPr>
            <a:lvl3pPr marL="685068" indent="0">
              <a:buNone/>
              <a:defRPr sz="749"/>
            </a:lvl3pPr>
            <a:lvl4pPr marL="1027603" indent="0">
              <a:buNone/>
              <a:defRPr sz="674"/>
            </a:lvl4pPr>
            <a:lvl5pPr marL="1370137" indent="0">
              <a:buNone/>
              <a:defRPr sz="674"/>
            </a:lvl5pPr>
            <a:lvl6pPr marL="1712671" indent="0">
              <a:buNone/>
              <a:defRPr sz="674"/>
            </a:lvl6pPr>
            <a:lvl7pPr marL="2055205" indent="0">
              <a:buNone/>
              <a:defRPr sz="674"/>
            </a:lvl7pPr>
            <a:lvl8pPr marL="2397740" indent="0">
              <a:buNone/>
              <a:defRPr sz="674"/>
            </a:lvl8pPr>
            <a:lvl9pPr marL="2740274" indent="0">
              <a:buNone/>
              <a:defRPr sz="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CC2C99-D610-4DE9-8D8F-CEBA61D0EC28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580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421" y="8525510"/>
            <a:ext cx="5480685" cy="1006485"/>
          </a:xfrm>
        </p:spPr>
        <p:txBody>
          <a:bodyPr anchor="b"/>
          <a:lstStyle>
            <a:lvl1pPr algn="l">
              <a:defRPr sz="1498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0421" y="1088243"/>
            <a:ext cx="5480685" cy="7307580"/>
          </a:xfrm>
        </p:spPr>
        <p:txBody>
          <a:bodyPr/>
          <a:lstStyle>
            <a:lvl1pPr marL="0" indent="0">
              <a:buNone/>
              <a:defRPr sz="2397"/>
            </a:lvl1pPr>
            <a:lvl2pPr marL="342534" indent="0">
              <a:buNone/>
              <a:defRPr sz="2098"/>
            </a:lvl2pPr>
            <a:lvl3pPr marL="685068" indent="0">
              <a:buNone/>
              <a:defRPr sz="1798"/>
            </a:lvl3pPr>
            <a:lvl4pPr marL="1027603" indent="0">
              <a:buNone/>
              <a:defRPr sz="1498"/>
            </a:lvl4pPr>
            <a:lvl5pPr marL="1370137" indent="0">
              <a:buNone/>
              <a:defRPr sz="1498"/>
            </a:lvl5pPr>
            <a:lvl6pPr marL="1712671" indent="0">
              <a:buNone/>
              <a:defRPr sz="1498"/>
            </a:lvl6pPr>
            <a:lvl7pPr marL="2055205" indent="0">
              <a:buNone/>
              <a:defRPr sz="1498"/>
            </a:lvl7pPr>
            <a:lvl8pPr marL="2397740" indent="0">
              <a:buNone/>
              <a:defRPr sz="1498"/>
            </a:lvl8pPr>
            <a:lvl9pPr marL="2740274" indent="0">
              <a:buNone/>
              <a:defRPr sz="1498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0421" y="9531995"/>
            <a:ext cx="5480685" cy="1429375"/>
          </a:xfrm>
        </p:spPr>
        <p:txBody>
          <a:bodyPr/>
          <a:lstStyle>
            <a:lvl1pPr marL="0" indent="0">
              <a:buNone/>
              <a:defRPr sz="1049"/>
            </a:lvl1pPr>
            <a:lvl2pPr marL="342534" indent="0">
              <a:buNone/>
              <a:defRPr sz="899"/>
            </a:lvl2pPr>
            <a:lvl3pPr marL="685068" indent="0">
              <a:buNone/>
              <a:defRPr sz="749"/>
            </a:lvl3pPr>
            <a:lvl4pPr marL="1027603" indent="0">
              <a:buNone/>
              <a:defRPr sz="674"/>
            </a:lvl4pPr>
            <a:lvl5pPr marL="1370137" indent="0">
              <a:buNone/>
              <a:defRPr sz="674"/>
            </a:lvl5pPr>
            <a:lvl6pPr marL="1712671" indent="0">
              <a:buNone/>
              <a:defRPr sz="674"/>
            </a:lvl6pPr>
            <a:lvl7pPr marL="2055205" indent="0">
              <a:buNone/>
              <a:defRPr sz="674"/>
            </a:lvl7pPr>
            <a:lvl8pPr marL="2397740" indent="0">
              <a:buNone/>
              <a:defRPr sz="674"/>
            </a:lvl8pPr>
            <a:lvl9pPr marL="2740274" indent="0">
              <a:buNone/>
              <a:defRPr sz="6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7EC587-D7B3-4D30-A441-F79F4432E148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616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0B76E7-221F-4C6D-9FE0-691F58246ED6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315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08313" y="270651"/>
            <a:ext cx="1941076" cy="105553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085" y="270651"/>
            <a:ext cx="5670987" cy="105553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78500A-FFFF-455B-BD66-D70CA2281AB2}" type="slidenum">
              <a:rPr lang="en-GB">
                <a:solidFill>
                  <a:srgbClr val="000000"/>
                </a:solidFill>
              </a:rPr>
              <a:pPr/>
              <a:t>‹#›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737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086" y="270651"/>
            <a:ext cx="7764304" cy="2029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086" y="2300534"/>
            <a:ext cx="7764304" cy="8525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085" y="11096696"/>
            <a:ext cx="1903016" cy="811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49">
                <a:solidFill>
                  <a:schemeClr val="tx1"/>
                </a:solidFill>
              </a:defRPr>
            </a:lvl1pPr>
          </a:lstStyle>
          <a:p>
            <a:endParaRPr lang="en-GB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0946" y="11096696"/>
            <a:ext cx="2892584" cy="811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49">
                <a:solidFill>
                  <a:schemeClr val="tx1"/>
                </a:solidFill>
              </a:defRPr>
            </a:lvl1pPr>
          </a:lstStyle>
          <a:p>
            <a:pPr algn="ctr"/>
            <a:endParaRPr lang="en-GB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46374" y="11096696"/>
            <a:ext cx="1903016" cy="811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49">
                <a:solidFill>
                  <a:schemeClr val="tx1"/>
                </a:solidFill>
              </a:defRPr>
            </a:lvl1pPr>
          </a:lstStyle>
          <a:p>
            <a:fld id="{ED2949C6-096E-44B8-B6B8-70AB74AE1894}" type="slidenum">
              <a:rPr lang="en-GB">
                <a:solidFill>
                  <a:srgbClr val="000000"/>
                </a:solidFill>
                <a:latin typeface="Arial" charset="0"/>
              </a:rPr>
              <a:pPr/>
              <a:t>‹#›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632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99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997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997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997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997">
          <a:solidFill>
            <a:schemeClr val="tx2"/>
          </a:solidFill>
          <a:latin typeface="Arial" charset="0"/>
        </a:defRPr>
      </a:lvl5pPr>
      <a:lvl6pPr marL="342534" algn="ctr" rtl="0" eaLnBrk="0" fontAlgn="base" hangingPunct="0">
        <a:spcBef>
          <a:spcPct val="0"/>
        </a:spcBef>
        <a:spcAft>
          <a:spcPct val="0"/>
        </a:spcAft>
        <a:defRPr sz="2997">
          <a:solidFill>
            <a:schemeClr val="tx2"/>
          </a:solidFill>
          <a:latin typeface="Arial" charset="0"/>
        </a:defRPr>
      </a:lvl6pPr>
      <a:lvl7pPr marL="685068" algn="ctr" rtl="0" eaLnBrk="0" fontAlgn="base" hangingPunct="0">
        <a:spcBef>
          <a:spcPct val="0"/>
        </a:spcBef>
        <a:spcAft>
          <a:spcPct val="0"/>
        </a:spcAft>
        <a:defRPr sz="2997">
          <a:solidFill>
            <a:schemeClr val="tx2"/>
          </a:solidFill>
          <a:latin typeface="Arial" charset="0"/>
        </a:defRPr>
      </a:lvl7pPr>
      <a:lvl8pPr marL="1027603" algn="ctr" rtl="0" eaLnBrk="0" fontAlgn="base" hangingPunct="0">
        <a:spcBef>
          <a:spcPct val="0"/>
        </a:spcBef>
        <a:spcAft>
          <a:spcPct val="0"/>
        </a:spcAft>
        <a:defRPr sz="2997">
          <a:solidFill>
            <a:schemeClr val="tx2"/>
          </a:solidFill>
          <a:latin typeface="Arial" charset="0"/>
        </a:defRPr>
      </a:lvl8pPr>
      <a:lvl9pPr marL="1370137" algn="ctr" rtl="0" eaLnBrk="0" fontAlgn="base" hangingPunct="0">
        <a:spcBef>
          <a:spcPct val="0"/>
        </a:spcBef>
        <a:spcAft>
          <a:spcPct val="0"/>
        </a:spcAft>
        <a:defRPr sz="2997">
          <a:solidFill>
            <a:schemeClr val="tx2"/>
          </a:solidFill>
          <a:latin typeface="Arial" charset="0"/>
        </a:defRPr>
      </a:lvl9pPr>
    </p:titleStyle>
    <p:bodyStyle>
      <a:lvl1pPr marL="256901" indent="-256901" algn="l" rtl="0" eaLnBrk="0" fontAlgn="base" hangingPunct="0">
        <a:spcBef>
          <a:spcPct val="20000"/>
        </a:spcBef>
        <a:spcAft>
          <a:spcPct val="0"/>
        </a:spcAft>
        <a:buChar char="•"/>
        <a:defRPr sz="2397">
          <a:solidFill>
            <a:schemeClr val="tx1"/>
          </a:solidFill>
          <a:latin typeface="+mn-lt"/>
          <a:ea typeface="+mn-ea"/>
          <a:cs typeface="+mn-cs"/>
        </a:defRPr>
      </a:lvl1pPr>
      <a:lvl2pPr marL="556618" indent="-214084" algn="l" rtl="0" eaLnBrk="0" fontAlgn="base" hangingPunct="0">
        <a:spcBef>
          <a:spcPct val="20000"/>
        </a:spcBef>
        <a:spcAft>
          <a:spcPct val="0"/>
        </a:spcAft>
        <a:buChar char="–"/>
        <a:defRPr sz="2098">
          <a:solidFill>
            <a:schemeClr val="tx1"/>
          </a:solidFill>
          <a:latin typeface="+mn-lt"/>
        </a:defRPr>
      </a:lvl2pPr>
      <a:lvl3pPr marL="856336" indent="-171267" algn="l" rtl="0" eaLnBrk="0" fontAlgn="base" hangingPunct="0">
        <a:spcBef>
          <a:spcPct val="20000"/>
        </a:spcBef>
        <a:spcAft>
          <a:spcPct val="0"/>
        </a:spcAft>
        <a:buChar char="•"/>
        <a:defRPr sz="1798">
          <a:solidFill>
            <a:schemeClr val="tx1"/>
          </a:solidFill>
          <a:latin typeface="+mn-lt"/>
        </a:defRPr>
      </a:lvl3pPr>
      <a:lvl4pPr marL="1198870" indent="-171267" algn="l" rtl="0" eaLnBrk="0" fontAlgn="base" hangingPunct="0">
        <a:spcBef>
          <a:spcPct val="20000"/>
        </a:spcBef>
        <a:spcAft>
          <a:spcPct val="0"/>
        </a:spcAft>
        <a:buChar char="–"/>
        <a:defRPr sz="1498">
          <a:solidFill>
            <a:schemeClr val="tx1"/>
          </a:solidFill>
          <a:latin typeface="+mn-lt"/>
        </a:defRPr>
      </a:lvl4pPr>
      <a:lvl5pPr marL="1541404" indent="-171267" algn="l" rtl="0" eaLnBrk="0" fontAlgn="base" hangingPunct="0">
        <a:spcBef>
          <a:spcPct val="20000"/>
        </a:spcBef>
        <a:spcAft>
          <a:spcPct val="0"/>
        </a:spcAft>
        <a:buChar char="»"/>
        <a:defRPr sz="1498">
          <a:solidFill>
            <a:schemeClr val="tx1"/>
          </a:solidFill>
          <a:latin typeface="+mn-lt"/>
        </a:defRPr>
      </a:lvl5pPr>
      <a:lvl6pPr marL="1883938" indent="-171267" algn="l" rtl="0" eaLnBrk="0" fontAlgn="base" hangingPunct="0">
        <a:spcBef>
          <a:spcPct val="20000"/>
        </a:spcBef>
        <a:spcAft>
          <a:spcPct val="0"/>
        </a:spcAft>
        <a:buChar char="»"/>
        <a:defRPr sz="1498">
          <a:solidFill>
            <a:schemeClr val="tx1"/>
          </a:solidFill>
          <a:latin typeface="+mn-lt"/>
        </a:defRPr>
      </a:lvl6pPr>
      <a:lvl7pPr marL="2226473" indent="-171267" algn="l" rtl="0" eaLnBrk="0" fontAlgn="base" hangingPunct="0">
        <a:spcBef>
          <a:spcPct val="20000"/>
        </a:spcBef>
        <a:spcAft>
          <a:spcPct val="0"/>
        </a:spcAft>
        <a:buChar char="»"/>
        <a:defRPr sz="1498">
          <a:solidFill>
            <a:schemeClr val="tx1"/>
          </a:solidFill>
          <a:latin typeface="+mn-lt"/>
        </a:defRPr>
      </a:lvl7pPr>
      <a:lvl8pPr marL="2569007" indent="-171267" algn="l" rtl="0" eaLnBrk="0" fontAlgn="base" hangingPunct="0">
        <a:spcBef>
          <a:spcPct val="20000"/>
        </a:spcBef>
        <a:spcAft>
          <a:spcPct val="0"/>
        </a:spcAft>
        <a:buChar char="»"/>
        <a:defRPr sz="1498">
          <a:solidFill>
            <a:schemeClr val="tx1"/>
          </a:solidFill>
          <a:latin typeface="+mn-lt"/>
        </a:defRPr>
      </a:lvl8pPr>
      <a:lvl9pPr marL="2911541" indent="-171267" algn="l" rtl="0" eaLnBrk="0" fontAlgn="base" hangingPunct="0">
        <a:spcBef>
          <a:spcPct val="20000"/>
        </a:spcBef>
        <a:spcAft>
          <a:spcPct val="0"/>
        </a:spcAft>
        <a:buChar char="»"/>
        <a:defRPr sz="1498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068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534" algn="l" defTabSz="685068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068" algn="l" defTabSz="685068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7603" algn="l" defTabSz="685068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0137" algn="l" defTabSz="685068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2671" algn="l" defTabSz="685068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5205" algn="l" defTabSz="685068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397740" algn="l" defTabSz="685068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0274" algn="l" defTabSz="685068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pbs-assess/pacea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1141809" y="2051050"/>
            <a:ext cx="6850856" cy="36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GB" sz="1798" b="1" dirty="0">
                <a:solidFill>
                  <a:srgbClr val="FF0000"/>
                </a:solidFill>
                <a:latin typeface="Arial" charset="0"/>
                <a:cs typeface="Arial" charset="0"/>
              </a:rPr>
              <a:t>Andrew Edwards</a:t>
            </a:r>
            <a:endParaRPr lang="en-GB" sz="1798" b="1" baseline="30000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0" y="1060450"/>
            <a:ext cx="9123674" cy="83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397" dirty="0">
                <a:solidFill>
                  <a:srgbClr val="0000CC"/>
                </a:solidFill>
                <a:latin typeface="Arial" charset="0"/>
              </a:rPr>
              <a:t>New information added to pacea since (and thanks to) last year’s State of the Pacific Ocean meeting</a:t>
            </a:r>
            <a:endParaRPr lang="en-CA" sz="2397" dirty="0">
              <a:solidFill>
                <a:srgbClr val="0000CC"/>
              </a:solidFill>
              <a:latin typeface="Arial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71437" y="5614405"/>
            <a:ext cx="6001844" cy="3228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 sz="1498" b="1" dirty="0">
              <a:solidFill>
                <a:srgbClr val="3333CC"/>
              </a:solidFill>
              <a:latin typeface="Arial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6073282" y="3734948"/>
            <a:ext cx="291357" cy="3690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GB" sz="1798" b="1" dirty="0">
              <a:solidFill>
                <a:schemeClr val="accent1">
                  <a:lumMod val="50000"/>
                </a:schemeClr>
              </a:solidFill>
              <a:latin typeface="Arial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>
            <a:off x="2355057" y="3955423"/>
            <a:ext cx="987790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 bwMode="auto">
          <a:xfrm flipV="1">
            <a:off x="4177954" y="4888776"/>
            <a:ext cx="0" cy="37971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779" y="3118435"/>
            <a:ext cx="1484349" cy="1713251"/>
          </a:xfrm>
          <a:prstGeom prst="rect">
            <a:avLst/>
          </a:prstGeom>
        </p:spPr>
      </p:pic>
      <p:pic>
        <p:nvPicPr>
          <p:cNvPr id="1026" name="Picture 2" descr="Phoca largh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911" y="5131897"/>
            <a:ext cx="1892086" cy="71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61" y="2932700"/>
            <a:ext cx="2016596" cy="201659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 bwMode="auto">
          <a:xfrm>
            <a:off x="242709" y="4546233"/>
            <a:ext cx="2112348" cy="41822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09" tIns="34254" rIns="68509" bIns="34254" numCol="1" rtlCol="0" anchor="t" anchorCtr="0" compatLnSpc="1">
            <a:prstTxWarp prst="textNoShape">
              <a:avLst/>
            </a:prstTxWarp>
          </a:bodyPr>
          <a:lstStyle/>
          <a:p>
            <a:pPr algn="ctr" defTabSz="685068"/>
            <a:endParaRPr lang="en-US" sz="1798">
              <a:solidFill>
                <a:srgbClr val="0000FF"/>
              </a:solidFill>
              <a:latin typeface="Arial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 bwMode="auto">
          <a:xfrm rot="10800000">
            <a:off x="5021057" y="3975328"/>
            <a:ext cx="987790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10800" y="374650"/>
            <a:ext cx="9112874" cy="461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397" b="1" dirty="0">
                <a:solidFill>
                  <a:srgbClr val="000000"/>
                </a:solidFill>
                <a:latin typeface="Arial" charset="0"/>
              </a:rPr>
              <a:t>Live demo here during the poster session – see what’s new</a:t>
            </a:r>
          </a:p>
        </p:txBody>
      </p:sp>
      <p:sp>
        <p:nvSpPr>
          <p:cNvPr id="17" name="TextBox 16"/>
          <p:cNvSpPr txBox="1"/>
          <p:nvPr/>
        </p:nvSpPr>
        <p:spPr>
          <a:xfrm rot="20479446">
            <a:off x="226690" y="3112861"/>
            <a:ext cx="1168485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dirty="0">
                <a:latin typeface="Segoe Print" panose="02000600000000000000" pitchFamily="2" charset="0"/>
              </a:rPr>
              <a:t>el Niño?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AF873-04E0-570E-D42C-CAA4F7BB736D}"/>
              </a:ext>
            </a:extLst>
          </p:cNvPr>
          <p:cNvSpPr txBox="1"/>
          <p:nvPr/>
        </p:nvSpPr>
        <p:spPr>
          <a:xfrm>
            <a:off x="528637" y="6394450"/>
            <a:ext cx="8001000" cy="5274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The R package pacea is available at </a:t>
            </a:r>
            <a:r>
              <a:rPr lang="en-CA" sz="1800" u="sng" dirty="0">
                <a:solidFill>
                  <a:schemeClr val="accent2"/>
                </a:solidFill>
                <a:effectLst/>
                <a:latin typeface="+mn-lt"/>
                <a:ea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https://github.com/pbs-assess/pacea</a:t>
            </a:r>
            <a:r>
              <a:rPr lang="en-CA" sz="1800" u="sng" dirty="0">
                <a:solidFill>
                  <a:schemeClr val="accent2"/>
                </a:solidFill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. New features added in the last year include: 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CA" sz="1800" dirty="0">
                <a:latin typeface="+mn-lt"/>
                <a:ea typeface="Calibri" panose="020F0502020204030204" pitchFamily="34" charset="0"/>
              </a:rPr>
              <a:t>Temperature and salinity from the Hindcast of the Salish Sea (</a:t>
            </a:r>
            <a:r>
              <a:rPr lang="en-CA" sz="1800" dirty="0" err="1">
                <a:latin typeface="+mn-lt"/>
                <a:ea typeface="Calibri" panose="020F0502020204030204" pitchFamily="34" charset="0"/>
              </a:rPr>
              <a:t>HOTSSea</a:t>
            </a:r>
            <a:r>
              <a:rPr lang="en-CA" sz="1800" dirty="0">
                <a:latin typeface="+mn-lt"/>
                <a:ea typeface="Calibri" panose="020F0502020204030204" pitchFamily="34" charset="0"/>
              </a:rPr>
              <a:t>) physical oceanographic model (statistics for each month from 1980-2018 on a 2x2 km grid for five depth ranges) 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CA" sz="1800" dirty="0">
                <a:effectLst/>
                <a:latin typeface="+mn-lt"/>
                <a:ea typeface="Calibri" panose="020F0502020204030204" pitchFamily="34" charset="0"/>
              </a:rPr>
              <a:t>zooplankton biomass anomalies for the Strait of Georgia for 25 species groups</a:t>
            </a:r>
            <a:endParaRPr lang="en-US" sz="1800" dirty="0">
              <a:effectLst/>
              <a:latin typeface="+mn-lt"/>
              <a:ea typeface="Calibri" panose="020F050202020403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Pacific Herring spawning stock biomass and recruitment estimates (with uncertainty) for the five major stocks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CA" sz="1800" dirty="0">
                <a:effectLst/>
                <a:latin typeface="+mn-lt"/>
                <a:ea typeface="Calibri" panose="020F0502020204030204" pitchFamily="34" charset="0"/>
              </a:rPr>
              <a:t>the North Pacific Current Bifurcation Index indicating the north-south variation of where the North Pacific Current bifurcates into the northward-flowing Alaska Current and the southward-flowing California Current, associated with salmon productivity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CA" sz="1800" dirty="0">
                <a:latin typeface="+mn-lt"/>
                <a:ea typeface="Calibri" panose="020F0502020204030204" pitchFamily="34" charset="0"/>
              </a:rPr>
              <a:t>amalgamation of such data to create an ecosystem summary specific for Pacific Hake, using new function </a:t>
            </a:r>
            <a:r>
              <a:rPr lang="en-CA" sz="1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ecosystem_summary_hake</a:t>
            </a:r>
            <a:r>
              <a:rPr lang="en-CA" sz="18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</a:t>
            </a:r>
            <a:r>
              <a:rPr lang="en-CA" sz="1800" dirty="0"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en-CA" sz="1800" dirty="0">
                <a:latin typeface="+mn-lt"/>
                <a:ea typeface="Calibri" panose="020F0502020204030204" pitchFamily="34" charset="0"/>
              </a:rPr>
              <a:t>        that was included in the 2025 stock assessment</a:t>
            </a:r>
            <a:endParaRPr lang="en-US" sz="1800" dirty="0">
              <a:effectLst/>
              <a:latin typeface="+mn-lt"/>
              <a:ea typeface="Calibri" panose="020F0502020204030204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8ACD092-6591-E1E2-8F10-34B0A810D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7" y="10890250"/>
            <a:ext cx="1066800" cy="1058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48EA50-627F-FDCD-BD26-035D88749F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0237" y="2321361"/>
            <a:ext cx="3311089" cy="331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90961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ank Presentation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Files\Office97\Templates\Blank Presentation.pot</Template>
  <TotalTime>56065</TotalTime>
  <Words>187</Words>
  <Application>Microsoft Office PowerPoint</Application>
  <PresentationFormat>Ledger Paper (11x17 in)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Courier New</vt:lpstr>
      <vt:lpstr>Segoe Print</vt:lpstr>
      <vt:lpstr>Symbol</vt:lpstr>
      <vt:lpstr>Times New Roman</vt:lpstr>
      <vt:lpstr>Blank Presentation</vt:lpstr>
      <vt:lpstr>PowerPoint Presentation</vt:lpstr>
    </vt:vector>
  </TitlesOfParts>
  <Manager>Cosma Shiva</Manager>
  <Company>starrfish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Yellowmouth Rockfish RAP Talk</dc:title>
  <dc:creator>Edwards, Haigh, Starr</dc:creator>
  <cp:lastModifiedBy>Edwards, Andrew (DFO/MPO)</cp:lastModifiedBy>
  <cp:revision>1086</cp:revision>
  <cp:lastPrinted>2025-03-05T00:25:48Z</cp:lastPrinted>
  <dcterms:created xsi:type="dcterms:W3CDTF">2010-08-08T23:12:55Z</dcterms:created>
  <dcterms:modified xsi:type="dcterms:W3CDTF">2025-03-05T00:30:09Z</dcterms:modified>
</cp:coreProperties>
</file>